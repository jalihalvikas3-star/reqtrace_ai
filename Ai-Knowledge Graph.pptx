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3" r:id="rId4"/>
  </p:sldMasterIdLst>
  <p:notesMasterIdLst>
    <p:notesMasterId r:id="rId13"/>
  </p:notesMasterIdLst>
  <p:handoutMasterIdLst>
    <p:handoutMasterId r:id="rId14"/>
  </p:handoutMasterIdLst>
  <p:sldIdLst>
    <p:sldId id="276" r:id="rId5"/>
    <p:sldId id="257" r:id="rId6"/>
    <p:sldId id="256" r:id="rId7"/>
    <p:sldId id="281" r:id="rId8"/>
    <p:sldId id="293" r:id="rId9"/>
    <p:sldId id="299" r:id="rId10"/>
    <p:sldId id="294" r:id="rId11"/>
    <p:sldId id="29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2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FD0F851-EC5A-4D38-B0AD-8093EC10F338}"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96327" autoAdjust="0"/>
  </p:normalViewPr>
  <p:slideViewPr>
    <p:cSldViewPr snapToGrid="0">
      <p:cViewPr varScale="1">
        <p:scale>
          <a:sx n="68" d="100"/>
          <a:sy n="68" d="100"/>
        </p:scale>
        <p:origin x="616" y="64"/>
      </p:cViewPr>
      <p:guideLst>
        <p:guide orient="horz" pos="2928"/>
        <p:guide pos="3840"/>
      </p:guideLst>
    </p:cSldViewPr>
  </p:slideViewPr>
  <p:outlineViewPr>
    <p:cViewPr>
      <p:scale>
        <a:sx n="33" d="100"/>
        <a:sy n="33" d="100"/>
      </p:scale>
      <p:origin x="0" y="-518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933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022A2D-42FA-4553-8772-8DAE87B769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D895D-FAE0-4BCC-A867-FF4B70D9BF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8A188-91E3-4091-B70E-E1E6D807C522}" type="datetimeFigureOut">
              <a:rPr lang="en-US" smtClean="0"/>
              <a:t>8/10/2026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4706EC-595E-4FD0-9EC4-968864CC93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699D8E-A980-43D3-BFB9-0812FFA36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4EE72E-E5A5-44ED-A736-DB8D8EE9B4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174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02412-B176-4E06-823F-C66FEB3E21FB}" type="datetimeFigureOut">
              <a:rPr lang="en-US" smtClean="0"/>
              <a:t>8/10/2026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42FC2-A162-47B3-989B-571A6241496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327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900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800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468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8561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5904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F0A93-69E4-F8E3-BEF8-E05F877DE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05BCF0-015C-CFCC-8D51-A3599562FC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AF30D9-AA0F-EF25-B336-E61280866B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D9110-94E7-1195-F99C-D3DAB0DBC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2187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5725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091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0" y="1079500"/>
            <a:ext cx="7797799" cy="2138400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95C8C-0A7F-40D9-A690-3D5898EFF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8350" y="4113213"/>
            <a:ext cx="5575300" cy="1655762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322F3-E47A-4D6E-96A8-AB5C73BA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BF5CE-9E66-4FD5-949F-34E11607C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DAB7A-4032-416A-B04E-1F4878912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1C0CAB-6A03-4C6A-9FAA-219847753628}"/>
              </a:ext>
            </a:extLst>
          </p:cNvPr>
          <p:cNvCxnSpPr>
            <a:cxnSpLocks/>
          </p:cNvCxnSpPr>
          <p:nvPr/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982E0B2-AA9C-441C-A08E-A9DF9CF12116}"/>
              </a:ext>
            </a:extLst>
          </p:cNvPr>
          <p:cNvGrpSpPr/>
          <p:nvPr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56276193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217A-A229-4751-8D09-0CAD914F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EA33-60C3-4B28-B3EF-E93D6D46A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D3B28-C66B-4279-AB67-2BC1D0123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8FF39-A0DA-4F77-9297-B83C86B57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7D65A-9D4E-42F6-A8BF-1EEAFB18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67092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017BB-B242-4CC6-887C-83E08CE2D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2252663"/>
            <a:ext cx="4457700" cy="2349500"/>
          </a:xfrm>
        </p:spPr>
        <p:txBody>
          <a:bodyPr anchor="ctr" anchorCtr="0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95823-EA83-493F-8FEC-C72B5B9CF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4800" y="2252664"/>
            <a:ext cx="4451348" cy="2349500"/>
          </a:xfrm>
        </p:spPr>
        <p:txBody>
          <a:bodyPr anchor="ctr" anchorCtr="0"/>
          <a:lstStyle>
            <a:lvl1pPr marL="0" indent="0">
              <a:buNone/>
              <a:defRPr sz="2400" i="1">
                <a:solidFill>
                  <a:schemeClr val="tx1">
                    <a:alpha val="7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08E54-36BB-4AB4-BE1F-5FA8207B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53A6A-C55A-40A1-A3BB-DB417047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6E656-7AC0-4BD3-AFE5-4B5122E2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ABE19D-0B51-4388-93D1-0CD6B767115D}"/>
              </a:ext>
            </a:extLst>
          </p:cNvPr>
          <p:cNvGrpSpPr/>
          <p:nvPr/>
        </p:nvGrpSpPr>
        <p:grpSpPr>
          <a:xfrm>
            <a:off x="999771" y="932104"/>
            <a:ext cx="913428" cy="1032464"/>
            <a:chOff x="999771" y="932104"/>
            <a:chExt cx="913428" cy="103246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6226ED6-7133-4222-9552-0EA4B1B3C9FB}"/>
                </a:ext>
              </a:extLst>
            </p:cNvPr>
            <p:cNvGrpSpPr/>
            <p:nvPr/>
          </p:nvGrpSpPr>
          <p:grpSpPr>
            <a:xfrm rot="8100000" flipV="1">
              <a:off x="1047457" y="1290386"/>
              <a:ext cx="865742" cy="628383"/>
              <a:chOff x="558167" y="958515"/>
              <a:chExt cx="865742" cy="628383"/>
            </a:xfrm>
            <a:solidFill>
              <a:schemeClr val="accent3"/>
            </a:solidFill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E810E40-D42F-4034-93BA-54446465D20B}"/>
                  </a:ext>
                </a:extLst>
              </p:cNvPr>
              <p:cNvSpPr/>
              <p:nvPr/>
            </p:nvSpPr>
            <p:spPr>
              <a:xfrm rot="8100000" flipH="1">
                <a:off x="558167" y="1122160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0F6BFC2-CA89-42B8-8A5A-E9F26BA87FBB}"/>
                  </a:ext>
                </a:extLst>
              </p:cNvPr>
              <p:cNvSpPr/>
              <p:nvPr/>
            </p:nvSpPr>
            <p:spPr>
              <a:xfrm rot="5400000" flipH="1">
                <a:off x="959170" y="95851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CA36485-DC1D-48C9-91B2-425DBC66D471}"/>
                </a:ext>
              </a:extLst>
            </p:cNvPr>
            <p:cNvGrpSpPr/>
            <p:nvPr/>
          </p:nvGrpSpPr>
          <p:grpSpPr>
            <a:xfrm rot="10800000" flipH="1" flipV="1">
              <a:off x="999771" y="932104"/>
              <a:ext cx="864005" cy="1032464"/>
              <a:chOff x="2207971" y="2384401"/>
              <a:chExt cx="864005" cy="1032464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ACF276E-196C-4923-B7D1-48A8E6A1669C}"/>
                  </a:ext>
                </a:extLst>
              </p:cNvPr>
              <p:cNvSpPr/>
              <p:nvPr/>
            </p:nvSpPr>
            <p:spPr>
              <a:xfrm rot="13500000">
                <a:off x="2207971" y="285630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FE3686C-DFF6-4995-81B8-FA38F5BB0401}"/>
                  </a:ext>
                </a:extLst>
              </p:cNvPr>
              <p:cNvSpPr/>
              <p:nvPr/>
            </p:nvSpPr>
            <p:spPr>
              <a:xfrm rot="10800000">
                <a:off x="2607238" y="2688467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DCBF653-CCB9-47B2-9DD9-68847A45D82D}"/>
                  </a:ext>
                </a:extLst>
              </p:cNvPr>
              <p:cNvGrpSpPr/>
              <p:nvPr/>
            </p:nvGrpSpPr>
            <p:grpSpPr>
              <a:xfrm>
                <a:off x="2440769" y="2384401"/>
                <a:ext cx="313009" cy="1032464"/>
                <a:chOff x="2440769" y="2384401"/>
                <a:chExt cx="313009" cy="1032464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7F081A1F-C7C9-4907-AAED-B4E9B64973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2440769" y="2516865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4F8F89A-0719-4D9A-8379-9EEBD72010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8100000" flipH="1">
                  <a:off x="2753778" y="2384401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7AA5779-FF0F-4ACF-A56C-710A4CDEC8A3}"/>
              </a:ext>
            </a:extLst>
          </p:cNvPr>
          <p:cNvGrpSpPr/>
          <p:nvPr/>
        </p:nvGrpSpPr>
        <p:grpSpPr>
          <a:xfrm>
            <a:off x="1437136" y="649304"/>
            <a:ext cx="388541" cy="388541"/>
            <a:chOff x="5752675" y="5440856"/>
            <a:chExt cx="388541" cy="388541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F0ADB13-4626-4F84-B513-0B58E65C248E}"/>
                </a:ext>
              </a:extLst>
            </p:cNvPr>
            <p:cNvSpPr/>
            <p:nvPr/>
          </p:nvSpPr>
          <p:spPr>
            <a:xfrm rot="10800000">
              <a:off x="5800801" y="5488982"/>
              <a:ext cx="340415" cy="34041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F46BC46-AD78-4932-95BA-D3009154CA7A}"/>
                </a:ext>
              </a:extLst>
            </p:cNvPr>
            <p:cNvSpPr/>
            <p:nvPr/>
          </p:nvSpPr>
          <p:spPr>
            <a:xfrm>
              <a:off x="5752675" y="5440856"/>
              <a:ext cx="340415" cy="3404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8118F0-6EA8-4901-9161-9101C6DDD9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08775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D013D-A80D-4455-B886-0C344829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9D3AB-20B9-4D90-8106-506F44368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585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9DF39-257F-4C10-A7B4-1AA1C66F2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00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57E5E-B324-4633-AB65-4A53498B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2A16D-8423-4C91-B839-F9538025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AD46B-C875-4F91-8991-4A4E5D768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28027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70C3-74D3-4445-A879-4F7CF42ED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64494-3C1C-49FE-ADB2-6F41CEEA8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E19A6-8340-43A4-9B30-A27DEB9E2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9500" y="2525561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D4B31-0090-483A-BF84-CEA2B22D5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495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DB9E9-0BD8-4F85-9342-5C5BA0D35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4950" y="2525560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AE3D3E-6168-45C3-BAB4-04FFFB98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8F8D02-7CCF-4321-847A-CD553E52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966368-2A9A-4617-A2A9-E4E9ACD0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18732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0855A-C7D7-455F-BD47-AB4221DD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79500"/>
            <a:ext cx="10026650" cy="468947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9F6FD-C2F8-4688-B52A-ED76F48B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58F0F-237C-4F8E-A5A7-48269F70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3629E-70C3-44A4-A268-2194CD424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26884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0232D4-EC56-49D3-B967-D972B5E5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C3171-136A-405F-B1CF-C0DAFAA2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23E7E-BA29-40D2-BE24-10E7F705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12619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07EF-706F-47DD-B487-7C3E4EDE1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607" y="1011238"/>
            <a:ext cx="3906000" cy="12924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98442-7D9F-4D62-866B-FBA382F0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0" y="955230"/>
            <a:ext cx="5583193" cy="4813745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4800"/>
            </a:lvl1pPr>
            <a:lvl2pPr marL="0">
              <a:lnSpc>
                <a:spcPct val="100000"/>
              </a:lnSpc>
              <a:defRPr sz="4800"/>
            </a:lvl2pPr>
            <a:lvl3pPr marL="0" indent="0">
              <a:buNone/>
              <a:defRPr sz="2000"/>
            </a:lvl3pPr>
            <a:lvl4pPr marL="0">
              <a:defRPr sz="2000"/>
            </a:lvl4pPr>
            <a:lvl5pPr marL="360000"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D1DB7-AC43-460E-B3C5-9F8B37D1B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499" y="2664000"/>
            <a:ext cx="3905999" cy="3106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C5DE9-6995-4F6E-AF64-6CE9A677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BC655-2B4D-48CA-90B9-74040033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4A7E0-1D83-4CE0-9FFE-3EEE2B3C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34128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7F85-950A-4BED-AE31-5C85DE4FA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1" y="1011238"/>
            <a:ext cx="3905250" cy="1292662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3A008-3741-4305-8A06-C0D8404A3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31813"/>
            <a:ext cx="6113812" cy="578484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ADC63-3365-4920-AF26-600F4D2EA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500" y="2663825"/>
            <a:ext cx="3905250" cy="310515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161BE-EF8B-4F4D-8197-61442EBC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37897-BFE5-414E-9334-53116988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BF024-9A20-4B80-976D-420DCCD1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93181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794F-0C7D-47A6-A355-9B54F3A0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8BEFC-5F95-43C3-A662-CF24426CB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500" y="1790700"/>
            <a:ext cx="10026650" cy="39782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20A41-C226-41AB-8766-C9BF3E9B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795E9-017B-4505-810D-A5F553A56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6A1BD-3429-4C11-B230-8AD083EC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57117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11CA2-18BF-408B-A40C-B43A0A7B8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99079" y="1079500"/>
            <a:ext cx="1292662" cy="4689476"/>
          </a:xfrm>
        </p:spPr>
        <p:txBody>
          <a:bodyPr vert="eaVer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424B6-12FC-41A1-AF7C-7E3931D97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499" y="1079500"/>
            <a:ext cx="8495943" cy="46894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CF957-F921-48CF-97FE-91190C1A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3F49D-6E0C-47F7-BAAD-A427913DC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8A122-F390-46CF-BECF-3AE05CA5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13770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97100" y="1079500"/>
            <a:ext cx="7797799" cy="2543594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8224D70-2CA9-3DC4-F002-EC470A48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8" name="Freeform: Shape 15">
              <a:extLst>
                <a:ext uri="{FF2B5EF4-FFF2-40B4-BE49-F238E27FC236}">
                  <a16:creationId xmlns:a16="http://schemas.microsoft.com/office/drawing/2014/main" id="{C0B1F33F-4201-2B4E-E8EC-1D07263083EB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ED5B178-0506-30BE-93BB-73C02006B988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0" name="Freeform: Shape 17">
                <a:extLst>
                  <a:ext uri="{FF2B5EF4-FFF2-40B4-BE49-F238E27FC236}">
                    <a16:creationId xmlns:a16="http://schemas.microsoft.com/office/drawing/2014/main" id="{B3F854F0-E9B7-2C32-CA3C-FA9719440768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8224CDA-DD93-0DF6-7DD9-8328D16060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FA5F65-B2C5-BB65-83E3-F195EEE49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26000" y="4099086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8725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0C1D561-971B-43DB-A5A7-63A887A0CA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5150" y="548640"/>
            <a:ext cx="5486400" cy="1371600"/>
          </a:xfrm>
        </p:spPr>
        <p:txBody>
          <a:bodyPr anchor="b" anchorCtr="0">
            <a:no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CACFD68-412E-48B4-B9EB-FEDC20A81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023391" y="2310207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F0731E0-58E0-4382-ADA7-A9C6DE2E7E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5149" y="2759076"/>
            <a:ext cx="5486399" cy="300989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1000"/>
              </a:spcBef>
              <a:defRPr sz="1800"/>
            </a:lvl1pPr>
            <a:lvl2pPr>
              <a:lnSpc>
                <a:spcPct val="100000"/>
              </a:lnSpc>
              <a:spcBef>
                <a:spcPts val="1000"/>
              </a:spcBef>
              <a:defRPr sz="1800"/>
            </a:lvl2pPr>
            <a:lvl3pPr>
              <a:lnSpc>
                <a:spcPct val="100000"/>
              </a:lnSpc>
              <a:spcBef>
                <a:spcPts val="1000"/>
              </a:spcBef>
              <a:defRPr sz="1600"/>
            </a:lvl3pPr>
            <a:lvl4pPr>
              <a:lnSpc>
                <a:spcPct val="100000"/>
              </a:lnSpc>
              <a:spcBef>
                <a:spcPts val="1000"/>
              </a:spcBef>
              <a:defRPr sz="1800"/>
            </a:lvl4pPr>
            <a:lvl5pPr>
              <a:lnSpc>
                <a:spcPct val="100000"/>
              </a:lnSpc>
              <a:spcBef>
                <a:spcPts val="1000"/>
              </a:spcBef>
              <a:defRPr sz="1800"/>
            </a:lvl5pPr>
            <a:lvl6pPr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defRPr sz="1600"/>
            </a:lvl6pPr>
            <a:lvl7pPr>
              <a:buClr>
                <a:schemeClr val="accent5"/>
              </a:buClr>
              <a:defRPr/>
            </a:lvl7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  <a:p>
            <a:pPr lvl="2"/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3D67752-1F0B-4C84-BBA7-A57E2793D9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4033A0-8E66-4ABA-9E27-744642AA94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54794" y="0"/>
            <a:ext cx="553720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2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8E05746-2784-43CF-84F7-0175BD650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B851CC3-3ED8-49E8-B8AC-6D79B036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6F0BC49-315A-CF7A-E741-A8688AF53E66}"/>
              </a:ext>
            </a:extLst>
          </p:cNvPr>
          <p:cNvGrpSpPr/>
          <p:nvPr userDrawn="1"/>
        </p:nvGrpSpPr>
        <p:grpSpPr>
          <a:xfrm>
            <a:off x="9728046" y="831278"/>
            <a:ext cx="1623711" cy="630920"/>
            <a:chOff x="9588346" y="4824892"/>
            <a:chExt cx="1623711" cy="630920"/>
          </a:xfrm>
        </p:grpSpPr>
        <p:sp>
          <p:nvSpPr>
            <p:cNvPr id="3" name="Freeform: Shape 15">
              <a:extLst>
                <a:ext uri="{FF2B5EF4-FFF2-40B4-BE49-F238E27FC236}">
                  <a16:creationId xmlns:a16="http://schemas.microsoft.com/office/drawing/2014/main" id="{3FCB73E1-B061-C75F-AB29-C27CA95E57A9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4A16F89-984C-DEA8-C894-E819A764661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5" name="Freeform: Shape 17">
                <a:extLst>
                  <a:ext uri="{FF2B5EF4-FFF2-40B4-BE49-F238E27FC236}">
                    <a16:creationId xmlns:a16="http://schemas.microsoft.com/office/drawing/2014/main" id="{0971E16B-8BBF-40B5-5862-FAAADBF530A0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C1D464A1-0F6B-3CEE-8719-573F89E87B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237773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0C47B699-08C0-4851-8BAE-384C14E4E04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66050" y="1079500"/>
            <a:ext cx="3884962" cy="2138400"/>
          </a:xfrm>
        </p:spPr>
        <p:txBody>
          <a:bodyPr anchor="b"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84917A2-B37A-4655-9D10-50C6FD698FA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766051" y="4113213"/>
            <a:ext cx="3884961" cy="1655762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sz="2400" i="1"/>
            </a:lvl1pPr>
          </a:lstStyle>
          <a:p>
            <a:r>
              <a:rPr lang="en-US" dirty="0"/>
              <a:t>Click to add subtitle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8EE5317-4FED-4CB5-85EE-6DAD46C28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438531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B0D3427-2AA8-987B-E83A-494604F72C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1338" y="539750"/>
            <a:ext cx="6670675" cy="5759450"/>
          </a:xfrm>
          <a:custGeom>
            <a:avLst/>
            <a:gdLst>
              <a:gd name="connsiteX0" fmla="*/ 6573720 w 6670675"/>
              <a:gd name="connsiteY0" fmla="*/ 0 h 5759450"/>
              <a:gd name="connsiteX1" fmla="*/ 6670675 w 6670675"/>
              <a:gd name="connsiteY1" fmla="*/ 0 h 5759450"/>
              <a:gd name="connsiteX2" fmla="*/ 6670675 w 6670675"/>
              <a:gd name="connsiteY2" fmla="*/ 5759450 h 5759450"/>
              <a:gd name="connsiteX3" fmla="*/ 0 w 6670675"/>
              <a:gd name="connsiteY3" fmla="*/ 5759450 h 5759450"/>
              <a:gd name="connsiteX4" fmla="*/ 0 w 6670675"/>
              <a:gd name="connsiteY4" fmla="*/ 5669502 h 5759450"/>
              <a:gd name="connsiteX5" fmla="*/ 6573720 w 6670675"/>
              <a:gd name="connsiteY5" fmla="*/ 5669502 h 5759450"/>
              <a:gd name="connsiteX6" fmla="*/ 0 w 6670675"/>
              <a:gd name="connsiteY6" fmla="*/ 0 h 5759450"/>
              <a:gd name="connsiteX7" fmla="*/ 6562411 w 6670675"/>
              <a:gd name="connsiteY7" fmla="*/ 0 h 5759450"/>
              <a:gd name="connsiteX8" fmla="*/ 6562411 w 6670675"/>
              <a:gd name="connsiteY8" fmla="*/ 5658193 h 5759450"/>
              <a:gd name="connsiteX9" fmla="*/ 0 w 6670675"/>
              <a:gd name="connsiteY9" fmla="*/ 5658193 h 5759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70675" h="5759450">
                <a:moveTo>
                  <a:pt x="6573720" y="0"/>
                </a:moveTo>
                <a:lnTo>
                  <a:pt x="6670675" y="0"/>
                </a:lnTo>
                <a:lnTo>
                  <a:pt x="6670675" y="5759450"/>
                </a:lnTo>
                <a:lnTo>
                  <a:pt x="0" y="5759450"/>
                </a:lnTo>
                <a:lnTo>
                  <a:pt x="0" y="5669502"/>
                </a:lnTo>
                <a:lnTo>
                  <a:pt x="6573720" y="5669502"/>
                </a:lnTo>
                <a:close/>
                <a:moveTo>
                  <a:pt x="0" y="0"/>
                </a:moveTo>
                <a:lnTo>
                  <a:pt x="6562411" y="0"/>
                </a:lnTo>
                <a:lnTo>
                  <a:pt x="6562411" y="5658193"/>
                </a:lnTo>
                <a:lnTo>
                  <a:pt x="0" y="565819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photo</a:t>
            </a:r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1D4FB6FD-0D78-2F14-EC30-9013875CFD4A}"/>
              </a:ext>
            </a:extLst>
          </p:cNvPr>
          <p:cNvSpPr/>
          <p:nvPr userDrawn="1"/>
        </p:nvSpPr>
        <p:spPr>
          <a:xfrm>
            <a:off x="439938" y="439388"/>
            <a:ext cx="6675120" cy="5769864"/>
          </a:xfrm>
          <a:prstGeom prst="frame">
            <a:avLst>
              <a:gd name="adj1" fmla="val 19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449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FC5AD6-5EA9-4D31-BA29-EE3AABE22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777246"/>
            <a:ext cx="10058400" cy="1097280"/>
          </a:xfrm>
        </p:spPr>
        <p:txBody>
          <a:bodyPr wrap="square" anchor="ctr" anchorCtr="0">
            <a:norm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2B970E0-2BF6-DE0A-33F2-E136830CC0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711243" y="2287435"/>
            <a:ext cx="8769514" cy="3768195"/>
          </a:xfrm>
        </p:spPr>
        <p:txBody>
          <a:bodyPr tIns="182880">
            <a:noAutofit/>
          </a:bodyPr>
          <a:lstStyle>
            <a:lvl1pPr marL="283464" indent="-283464">
              <a:lnSpc>
                <a:spcPct val="100000"/>
              </a:lnSpc>
              <a:spcBef>
                <a:spcPts val="1000"/>
              </a:spcBef>
              <a:defRPr sz="1800"/>
            </a:lvl1pPr>
            <a:lvl2pPr marL="283464">
              <a:lnSpc>
                <a:spcPct val="100000"/>
              </a:lnSpc>
              <a:spcBef>
                <a:spcPts val="1000"/>
              </a:spcBef>
              <a:defRPr sz="1800"/>
            </a:lvl2pPr>
            <a:lvl3pPr indent="-283464">
              <a:lnSpc>
                <a:spcPct val="100000"/>
              </a:lnSpc>
              <a:spcBef>
                <a:spcPts val="1000"/>
              </a:spcBef>
              <a:defRPr sz="1800"/>
            </a:lvl3pPr>
            <a:lvl4pPr>
              <a:lnSpc>
                <a:spcPct val="100000"/>
              </a:lnSpc>
              <a:spcBef>
                <a:spcPts val="1000"/>
              </a:spcBef>
              <a:defRPr sz="1800"/>
            </a:lvl4pPr>
            <a:lvl5pPr indent="-283464">
              <a:lnSpc>
                <a:spcPct val="1000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664AFF-309D-433B-B3F0-84A98A207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19649" y="2057406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5D87A86-18DB-4F48-991B-B96728C9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9F77D95-7E8B-48BA-B550-76A5C297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510D382-212F-47D7-A76F-181F2262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2C7C83-D77B-1EFF-5877-DB5DF792E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1163" y="548640"/>
            <a:ext cx="11109674" cy="574929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279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FC5AD6-5EA9-4D31-BA29-EE3AABE22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777244"/>
            <a:ext cx="10058400" cy="1097280"/>
          </a:xfrm>
        </p:spPr>
        <p:txBody>
          <a:bodyPr wrap="square" anchor="ctr" anchorCtr="0">
            <a:norm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664AFF-309D-433B-B3F0-84A98A207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19649" y="2057404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2B970E0-2BF6-DE0A-33F2-E136830CC0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664443" y="2484712"/>
            <a:ext cx="4360507" cy="36054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800" i="0"/>
            </a:lvl1pPr>
            <a:lvl2pPr marL="285750" indent="-28575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"/>
              <a:defRPr sz="1800" i="0"/>
            </a:lvl2pPr>
            <a:lvl3pPr marL="6858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"/>
              <a:defRPr sz="1800" i="0"/>
            </a:lvl3pPr>
            <a:lvl4pPr marL="685800">
              <a:lnSpc>
                <a:spcPct val="100000"/>
              </a:lnSpc>
              <a:spcBef>
                <a:spcPts val="1000"/>
              </a:spcBef>
              <a:defRPr sz="1800" i="0"/>
            </a:lvl4pPr>
            <a:lvl5pPr marL="11430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defRPr sz="1800" i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418C0F6-1F2A-74E4-A6C4-914FE336632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359649" y="2493040"/>
            <a:ext cx="4360507" cy="36054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800" i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"/>
              <a:defRPr sz="1800" i="0"/>
            </a:lvl2pPr>
            <a:lvl3pPr marL="6858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defRPr sz="1800" i="0"/>
            </a:lvl3pPr>
            <a:lvl4pPr marL="685800">
              <a:lnSpc>
                <a:spcPct val="100000"/>
              </a:lnSpc>
              <a:spcBef>
                <a:spcPts val="1000"/>
              </a:spcBef>
              <a:defRPr sz="1800" i="0"/>
            </a:lvl4pPr>
            <a:lvl5pPr marL="11430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defRPr sz="1800" i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5D87A86-18DB-4F48-991B-B96728C9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9F77D95-7E8B-48BA-B550-76A5C297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510D382-212F-47D7-A76F-181F2262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7ED942-AF2B-12D4-2ED4-570ACFD0F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1163" y="548640"/>
            <a:ext cx="11109674" cy="574929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8587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7A45527-A259-1C6D-E8B4-514715484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245608"/>
            <a:ext cx="12192000" cy="3612392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3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5FC5AD6-5EA9-4D31-BA29-EE3AABE22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548640"/>
            <a:ext cx="3886200" cy="2304288"/>
          </a:xfrm>
        </p:spPr>
        <p:txBody>
          <a:bodyPr wrap="square" anchor="ctr" anchorCtr="0">
            <a:norm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ACBDB-D54B-994A-AD88-E89D37245FA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534660" y="548641"/>
            <a:ext cx="6130625" cy="2304288"/>
          </a:xfrm>
        </p:spPr>
        <p:txBody>
          <a:bodyPr anchor="ctr">
            <a:noAutofit/>
          </a:bodyPr>
          <a:lstStyle>
            <a:lvl1pPr marL="512064" indent="-5120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1pPr>
            <a:lvl2pPr marL="702900" indent="-34290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2pPr>
            <a:lvl3pPr marL="1139436" indent="-34290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3pPr>
            <a:lvl4pPr marL="1422900" indent="-34290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4pPr>
            <a:lvl5pPr marL="1859436" indent="-34290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D8447B1-F82E-026F-7FF0-7E95D361E7A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520387" y="3735238"/>
            <a:ext cx="6130625" cy="25741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80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"/>
              <a:defRPr sz="1800" i="0"/>
            </a:lvl2pPr>
            <a:lvl3pPr marL="6858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defRPr sz="1800" i="0"/>
            </a:lvl3pPr>
            <a:lvl4pPr marL="685800">
              <a:lnSpc>
                <a:spcPct val="100000"/>
              </a:lnSpc>
              <a:spcBef>
                <a:spcPts val="1000"/>
              </a:spcBef>
              <a:defRPr sz="1800" i="0"/>
            </a:lvl4pPr>
            <a:lvl5pPr indent="-283464"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5D87A86-18DB-4F48-991B-B96728C9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9F77D95-7E8B-48BA-B550-76A5C297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510D382-212F-47D7-A76F-181F2262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476BAB9-3D46-228B-0268-9918F1524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4714750" y="1691606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45123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6EF848A-75B5-49A0-A26E-E3931F22D9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26" y="539751"/>
            <a:ext cx="4451349" cy="2082226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0D20A319-635D-423F-BBAC-55CDC178560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70326" y="4248000"/>
            <a:ext cx="4451349" cy="2082226"/>
          </a:xfrm>
        </p:spPr>
        <p:txBody>
          <a:bodyPr>
            <a:normAutofit/>
          </a:bodyPr>
          <a:lstStyle>
            <a:lvl1pPr marL="0" indent="0" algn="ctr">
              <a:buNone/>
              <a:defRPr sz="1800" i="1"/>
            </a:lvl1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1AFB269-EE5A-41D3-BCD6-D9F59CE69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54952" y="3043393"/>
            <a:ext cx="1481845" cy="787628"/>
            <a:chOff x="4987925" y="2840038"/>
            <a:chExt cx="2216150" cy="117792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5469245-EBD6-4BF4-B555-140F59F51604}"/>
                </a:ext>
              </a:extLst>
            </p:cNvPr>
            <p:cNvSpPr/>
            <p:nvPr/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69BCC58-7D38-43ED-B78C-2D780660AA2B}"/>
                </a:ext>
              </a:extLst>
            </p:cNvPr>
            <p:cNvSpPr/>
            <p:nvPr/>
          </p:nvSpPr>
          <p:spPr>
            <a:xfrm>
              <a:off x="5750208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A8F2EBB-150B-4044-A215-E7B7EAD7429A}"/>
                </a:ext>
              </a:extLst>
            </p:cNvPr>
            <p:cNvSpPr/>
            <p:nvPr/>
          </p:nvSpPr>
          <p:spPr>
            <a:xfrm flipH="1">
              <a:off x="5469335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3CC0AD8-7413-4C81-9A62-702945CC3BE8}"/>
                </a:ext>
              </a:extLst>
            </p:cNvPr>
            <p:cNvGrpSpPr/>
            <p:nvPr/>
          </p:nvGrpSpPr>
          <p:grpSpPr>
            <a:xfrm>
              <a:off x="5614944" y="3117662"/>
              <a:ext cx="1009280" cy="464739"/>
              <a:chOff x="4432859" y="3200647"/>
              <a:chExt cx="1009280" cy="464739"/>
            </a:xfrm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2502799B-0C00-4D54-A631-1E79EAA52AFC}"/>
                  </a:ext>
                </a:extLst>
              </p:cNvPr>
              <p:cNvSpPr/>
              <p:nvPr/>
            </p:nvSpPr>
            <p:spPr>
              <a:xfrm rot="16200000" flipH="1" flipV="1">
                <a:off x="4977400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Light"/>
                  <a:ea typeface="+mn-ea"/>
                  <a:cs typeface="+mn-cs"/>
                </a:endParaRPr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64E9F509-6627-4770-8A74-970F83C54B15}"/>
                  </a:ext>
                </a:extLst>
              </p:cNvPr>
              <p:cNvSpPr/>
              <p:nvPr/>
            </p:nvSpPr>
            <p:spPr>
              <a:xfrm rot="5400000" flipV="1">
                <a:off x="4432859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Light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C187A2A-8F72-40F1-B320-D3B624B54859}"/>
                </a:ext>
              </a:extLst>
            </p:cNvPr>
            <p:cNvGrpSpPr/>
            <p:nvPr/>
          </p:nvGrpSpPr>
          <p:grpSpPr>
            <a:xfrm>
              <a:off x="5679979" y="2915338"/>
              <a:ext cx="1080000" cy="1080000"/>
              <a:chOff x="4497894" y="2998323"/>
              <a:chExt cx="1080000" cy="1080000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038DCBEB-9435-4A10-828C-CBFA74A08708}"/>
                  </a:ext>
                </a:extLst>
              </p:cNvPr>
              <p:cNvGrpSpPr/>
              <p:nvPr/>
            </p:nvGrpSpPr>
            <p:grpSpPr>
              <a:xfrm rot="13500000">
                <a:off x="4805524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A8CE8E01-DABF-4783-A397-EDB1A91E2950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venir Next LT Pro Ligh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6401896A-2EF5-4843-9DC5-ECC0D6F6A7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FB7C02DC-3E0A-45D2-859A-86EB5A3CF979}"/>
                  </a:ext>
                </a:extLst>
              </p:cNvPr>
              <p:cNvGrpSpPr/>
              <p:nvPr/>
            </p:nvGrpSpPr>
            <p:grpSpPr>
              <a:xfrm rot="8100000" flipH="1">
                <a:off x="4542572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C5170D8C-ECD3-41D1-83F4-8C2A4AEC277D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venir Next LT Pro Ligh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BADB4C03-0F86-4580-B0C9-48DD4B3B67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25304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700152-D18D-4405-8FB2-5985831B5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E92E1-0C4A-474E-8E29-8DB404101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790700"/>
            <a:ext cx="10026650" cy="39782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2E245-B48B-4526-8D2D-9475E64B0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0FE5C-A494-40F2-A357-786AFFA63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86A1-EDE2-44D9-A671-F708A6F88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8415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8" r:id="rId14"/>
    <p:sldLayoutId id="2147483719" r:id="rId15"/>
    <p:sldLayoutId id="2147483720" r:id="rId16"/>
    <p:sldLayoutId id="2147483721" r:id="rId17"/>
    <p:sldLayoutId id="2147483726" r:id="rId18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 cap="all" spc="4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25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19">
          <p15:clr>
            <a:srgbClr val="5ACBF0"/>
          </p15:clr>
        </p15:guide>
        <p15:guide id="2" pos="1731">
          <p15:clr>
            <a:srgbClr val="5ACBF0"/>
          </p15:clr>
        </p15:guide>
        <p15:guide id="3" pos="3140">
          <p15:clr>
            <a:srgbClr val="5ACBF0"/>
          </p15:clr>
        </p15:guide>
        <p15:guide id="4" pos="3488">
          <p15:clr>
            <a:srgbClr val="5ACBF0"/>
          </p15:clr>
        </p15:guide>
        <p15:guide id="5" pos="2788">
          <p15:clr>
            <a:srgbClr val="5ACBF0"/>
          </p15:clr>
        </p15:guide>
        <p15:guide id="6" pos="2434">
          <p15:clr>
            <a:srgbClr val="5ACBF0"/>
          </p15:clr>
        </p15:guide>
        <p15:guide id="7" pos="2084">
          <p15:clr>
            <a:srgbClr val="5ACBF0"/>
          </p15:clr>
        </p15:guide>
        <p15:guide id="8" pos="341">
          <p15:clr>
            <a:srgbClr val="F26B43"/>
          </p15:clr>
        </p15:guide>
        <p15:guide id="9" pos="1384">
          <p15:clr>
            <a:srgbClr val="5ACBF0"/>
          </p15:clr>
        </p15:guide>
        <p15:guide id="10" pos="1032">
          <p15:clr>
            <a:srgbClr val="5ACBF0"/>
          </p15:clr>
        </p15:guide>
        <p15:guide id="11" pos="680">
          <p15:clr>
            <a:srgbClr val="FDE53C"/>
          </p15:clr>
        </p15:guide>
        <p15:guide id="12" pos="4192">
          <p15:clr>
            <a:srgbClr val="5ACBF0"/>
          </p15:clr>
        </p15:guide>
        <p15:guide id="13" pos="4543">
          <p15:clr>
            <a:srgbClr val="5ACBF0"/>
          </p15:clr>
        </p15:guide>
        <p15:guide id="14" pos="4892">
          <p15:clr>
            <a:srgbClr val="5ACBF0"/>
          </p15:clr>
        </p15:guide>
        <p15:guide id="15" pos="5244">
          <p15:clr>
            <a:srgbClr val="5ACBF0"/>
          </p15:clr>
        </p15:guide>
        <p15:guide id="16" pos="5596">
          <p15:clr>
            <a:srgbClr val="5ACBF0"/>
          </p15:clr>
        </p15:guide>
        <p15:guide id="17" pos="5948">
          <p15:clr>
            <a:srgbClr val="5ACBF0"/>
          </p15:clr>
        </p15:guide>
        <p15:guide id="18" pos="6296">
          <p15:clr>
            <a:srgbClr val="5ACBF0"/>
          </p15:clr>
        </p15:guide>
        <p15:guide id="19" pos="6648">
          <p15:clr>
            <a:srgbClr val="5ACBF0"/>
          </p15:clr>
        </p15:guide>
        <p15:guide id="20" pos="6996">
          <p15:clr>
            <a:srgbClr val="FDE53C"/>
          </p15:clr>
        </p15:guide>
        <p15:guide id="21" orient="horz" pos="335">
          <p15:clr>
            <a:srgbClr val="F26B43"/>
          </p15:clr>
        </p15:guide>
        <p15:guide id="22" orient="horz" pos="680">
          <p15:clr>
            <a:srgbClr val="FDE53C"/>
          </p15:clr>
        </p15:guide>
        <p15:guide id="23" orient="horz" pos="1050">
          <p15:clr>
            <a:srgbClr val="5ACBF0"/>
          </p15:clr>
        </p15:guide>
        <p15:guide id="24" orient="horz" pos="1791">
          <p15:clr>
            <a:srgbClr val="5ACBF0"/>
          </p15:clr>
        </p15:guide>
        <p15:guide id="26" orient="horz" pos="2530">
          <p15:clr>
            <a:srgbClr val="5ACBF0"/>
          </p15:clr>
        </p15:guide>
        <p15:guide id="27" orient="horz" pos="2899">
          <p15:clr>
            <a:srgbClr val="5ACBF0"/>
          </p15:clr>
        </p15:guide>
        <p15:guide id="28" orient="horz" pos="3268">
          <p15:clr>
            <a:srgbClr val="5ACBF0"/>
          </p15:clr>
        </p15:guide>
        <p15:guide id="29" orient="horz" pos="3634">
          <p15:clr>
            <a:srgbClr val="FDE53C"/>
          </p15:clr>
        </p15:guide>
        <p15:guide id="30" orient="horz" pos="3979">
          <p15:clr>
            <a:srgbClr val="F26B43"/>
          </p15:clr>
        </p15:guide>
        <p15:guide id="31" orient="horz" pos="2160">
          <p15:clr>
            <a:srgbClr val="FDE53C"/>
          </p15:clr>
        </p15:guide>
        <p15:guide id="32" pos="7340">
          <p15:clr>
            <a:srgbClr val="F26B43"/>
          </p15:clr>
        </p15:guide>
        <p15:guide id="33" pos="3840">
          <p15:clr>
            <a:srgbClr val="FDE53C"/>
          </p15:clr>
        </p15:guide>
        <p15:guide id="34" orient="horz" pos="637">
          <p15:clr>
            <a:srgbClr val="C35EA4"/>
          </p15:clr>
        </p15:guide>
        <p15:guide id="35" orient="horz" pos="1128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381C4-F52E-F586-1465-77001CB91E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0" y="636440"/>
            <a:ext cx="7797799" cy="39108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The National Institute of Engineering , MYSURU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849B0C-B1B3-0EE2-33E3-03763506B8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8096" cy="883218"/>
          </a:xfrm>
          <a:prstGeom prst="rect">
            <a:avLst/>
          </a:prstGeom>
        </p:spPr>
      </p:pic>
      <p:pic>
        <p:nvPicPr>
          <p:cNvPr id="4" name="Image 5">
            <a:extLst>
              <a:ext uri="{FF2B5EF4-FFF2-40B4-BE49-F238E27FC236}">
                <a16:creationId xmlns:a16="http://schemas.microsoft.com/office/drawing/2014/main" id="{25B40604-D6C4-0575-7D51-110540A20EA7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544120" y="1245639"/>
            <a:ext cx="1103758" cy="11701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AFE6A4-CB0A-B6DC-F5D3-D027960D33CE}"/>
              </a:ext>
            </a:extLst>
          </p:cNvPr>
          <p:cNvSpPr txBox="1"/>
          <p:nvPr/>
        </p:nvSpPr>
        <p:spPr>
          <a:xfrm>
            <a:off x="2197100" y="2519389"/>
            <a:ext cx="76333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54885" marR="2070735" algn="ctr">
              <a:buNone/>
            </a:pPr>
            <a:r>
              <a:rPr lang="en-US" sz="1800" b="1" dirty="0"/>
              <a:t>BACHELOR  OF  ENGINEERING  IN  COMPUTER  SCIENCE  &amp;  ENGINEERING</a:t>
            </a:r>
            <a:endParaRPr lang="en-IN" sz="1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5C9538-F9FF-AC83-6644-689F01B90884}"/>
              </a:ext>
            </a:extLst>
          </p:cNvPr>
          <p:cNvSpPr txBox="1"/>
          <p:nvPr/>
        </p:nvSpPr>
        <p:spPr>
          <a:xfrm>
            <a:off x="3600664" y="4258261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Title - </a:t>
            </a:r>
            <a:r>
              <a:rPr lang="en-US" dirty="0" err="1">
                <a:latin typeface="+mj-lt"/>
              </a:rPr>
              <a:t>ReqTrace</a:t>
            </a:r>
            <a:r>
              <a:rPr lang="en-US" dirty="0">
                <a:latin typeface="+mj-lt"/>
              </a:rPr>
              <a:t> AI: Knowledge Graph-Based Requirement Change Detection and Impact Analysis</a:t>
            </a:r>
            <a:endParaRPr lang="en-IN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7943F1-E747-018A-32A5-A83B77A7E676}"/>
              </a:ext>
            </a:extLst>
          </p:cNvPr>
          <p:cNvSpPr txBox="1"/>
          <p:nvPr/>
        </p:nvSpPr>
        <p:spPr>
          <a:xfrm>
            <a:off x="7798324" y="5759895"/>
            <a:ext cx="6094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Guide by:</a:t>
            </a:r>
          </a:p>
          <a:p>
            <a:r>
              <a:rPr lang="en-US" dirty="0"/>
              <a:t>ASSISTANT PROFESSOR</a:t>
            </a:r>
          </a:p>
          <a:p>
            <a:r>
              <a:rPr lang="en-US" dirty="0"/>
              <a:t>		DEEPASHREE 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0619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B14C0111-86AA-B377-753D-02A3CA89F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113" y="86727"/>
            <a:ext cx="5486400" cy="742832"/>
          </a:xfrm>
        </p:spPr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3252AFB-1364-05E7-C423-89DB466ED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48" y="2016244"/>
            <a:ext cx="5486399" cy="3009899"/>
          </a:xfrm>
        </p:spPr>
        <p:txBody>
          <a:bodyPr/>
          <a:lstStyle/>
          <a:p>
            <a:pPr marL="800100" indent="-342900">
              <a:lnSpc>
                <a:spcPct val="115000"/>
              </a:lnSpc>
              <a:spcBef>
                <a:spcPts val="1010"/>
              </a:spcBef>
              <a:buAutoNum type="arabicPeriod"/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INTRODUCTION</a:t>
            </a:r>
          </a:p>
          <a:p>
            <a:pPr marL="800100" indent="-342900">
              <a:lnSpc>
                <a:spcPct val="115000"/>
              </a:lnSpc>
              <a:spcBef>
                <a:spcPts val="1010"/>
              </a:spcBef>
              <a:buAutoNum type="arabicPeriod"/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LITERATURE  REVIEW</a:t>
            </a:r>
          </a:p>
          <a:p>
            <a:pPr marL="800100" indent="-342900">
              <a:lnSpc>
                <a:spcPct val="115000"/>
              </a:lnSpc>
              <a:spcBef>
                <a:spcPts val="1010"/>
              </a:spcBef>
              <a:buAutoNum type="arabicPeriod"/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PROBLEM STATEMENT</a:t>
            </a:r>
          </a:p>
          <a:p>
            <a:pPr marL="800100" indent="-342900">
              <a:lnSpc>
                <a:spcPct val="115000"/>
              </a:lnSpc>
              <a:spcBef>
                <a:spcPts val="1010"/>
              </a:spcBef>
              <a:buAutoNum type="arabicPeriod"/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EXISTING  SYSTEM  &amp;  PROPOSED  SYSTEM</a:t>
            </a:r>
          </a:p>
          <a:p>
            <a:pPr marL="800100" indent="-342900">
              <a:lnSpc>
                <a:spcPct val="115000"/>
              </a:lnSpc>
              <a:spcBef>
                <a:spcPts val="1010"/>
              </a:spcBef>
              <a:buAutoNum type="arabicPeriod"/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SYSTEM  REQUIREMENTS</a:t>
            </a:r>
          </a:p>
          <a:p>
            <a:pPr marL="800100" indent="-342900">
              <a:lnSpc>
                <a:spcPct val="115000"/>
              </a:lnSpc>
              <a:spcBef>
                <a:spcPts val="1010"/>
              </a:spcBef>
              <a:buAutoNum type="arabicPeriod"/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FUTURE ENHANCEMENTS &amp; CONCLUSION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681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03501C3-C301-490F-A129-5C468AEC91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1349" y="901876"/>
            <a:ext cx="4311474" cy="1155897"/>
          </a:xfrm>
        </p:spPr>
        <p:txBody>
          <a:bodyPr/>
          <a:lstStyle/>
          <a:p>
            <a:r>
              <a:rPr lang="en-US" sz="3200" dirty="0">
                <a:solidFill>
                  <a:schemeClr val="bg1"/>
                </a:solidFill>
              </a:rPr>
              <a:t>1.INTRODUCTION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8374BF-0C3D-F1A4-5345-1F0A64805075}"/>
              </a:ext>
            </a:extLst>
          </p:cNvPr>
          <p:cNvSpPr txBox="1"/>
          <p:nvPr/>
        </p:nvSpPr>
        <p:spPr>
          <a:xfrm>
            <a:off x="747074" y="1166842"/>
            <a:ext cx="60944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 err="1"/>
              <a:t>ReqTrace</a:t>
            </a:r>
            <a:r>
              <a:rPr lang="en-US" b="1" dirty="0"/>
              <a:t> AI</a:t>
            </a:r>
            <a:r>
              <a:rPr lang="en-US" dirty="0"/>
              <a:t> is an AI-based software requirements analysis system designed to automate the extraction, organization, and comparison of software requirements from SRS documents. The system uses </a:t>
            </a:r>
            <a:r>
              <a:rPr lang="en-US" b="1" dirty="0"/>
              <a:t>Natural Language Processing (NLP), Knowledge Graphs, and Generative AI</a:t>
            </a:r>
            <a:r>
              <a:rPr lang="en-US" dirty="0"/>
              <a:t> to identify requirements, represent their relationships, detect changes between different versions of requirements, and analyze their potential impact on software modules.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Traditional requirement analysis and change tracking are often performed manually, making the process time-consuming and prone to errors. </a:t>
            </a:r>
            <a:r>
              <a:rPr lang="en-US" dirty="0" err="1"/>
              <a:t>ReqTrace</a:t>
            </a:r>
            <a:r>
              <a:rPr lang="en-US" dirty="0"/>
              <a:t> AI aims to improve </a:t>
            </a:r>
            <a:r>
              <a:rPr lang="en-US" b="1" dirty="0"/>
              <a:t>requirement traceability, change detection, and impact analysis</a:t>
            </a:r>
            <a:r>
              <a:rPr lang="en-US" dirty="0"/>
              <a:t> by providing an integrated platform for managing evolving software requirements.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E1B6019C-6270-CBBA-3396-D163DF953FF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525421" y="4389056"/>
            <a:ext cx="444840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Turning changing software requirements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into clear, connected, and actionable knowledge.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75368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3BE6CC-8C1E-6B1C-8AA5-3F3426DFC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3.PROBLEM STATEMENT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9CCD2F-6960-1115-4E8A-99C450D747C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066800" y="2073897"/>
            <a:ext cx="9971988" cy="4006856"/>
          </a:xfrm>
        </p:spPr>
        <p:txBody>
          <a:bodyPr/>
          <a:lstStyle/>
          <a:p>
            <a:r>
              <a:rPr lang="en-US" dirty="0"/>
              <a:t>Software Requirement Specification </a:t>
            </a:r>
            <a:r>
              <a:rPr lang="en-US" b="1" dirty="0"/>
              <a:t>(SRS) </a:t>
            </a:r>
            <a:r>
              <a:rPr lang="en-US" dirty="0"/>
              <a:t>documents frequently undergo changes during software development. Manually extracting requirements, tracking changes between document versions, and identifying their impact is time-consuming and error-prone. </a:t>
            </a:r>
          </a:p>
          <a:p>
            <a:r>
              <a:rPr lang="en-US" dirty="0"/>
              <a:t>There is a need for an automated system that can extract requirements, represent their relationships, compare different SRS versions, detect added, deleted, and modified requirements, and support impact analysis.</a:t>
            </a:r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628D40-41A8-7C15-E1C6-67F795AD9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4759236"/>
            <a:ext cx="962263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rPr>
              <a:t>Manual requirement extraction makes the process slow and error-prone.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rPr>
              <a:t>Tracking requirement changes across different versions is difficult.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rPr>
              <a:t>Identifying added, deleted, and modified requirements requires significant manual effort.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rPr>
              <a:t>Lack of clear traceability makes impact analysis difficult. </a:t>
            </a:r>
          </a:p>
        </p:txBody>
      </p:sp>
    </p:spTree>
    <p:extLst>
      <p:ext uri="{BB962C8B-B14F-4D97-AF65-F5344CB8AC3E}">
        <p14:creationId xmlns:p14="http://schemas.microsoft.com/office/powerpoint/2010/main" val="3429045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38AAD-ED41-A5A5-C08E-89B0C4F54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4.SYSTEM REQUIREMENTS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39837-86F8-E190-7724-905421C336A7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US" b="1" dirty="0"/>
              <a:t>Hardware Requirements:-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Minimum 8 GB RAM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Intel Core i5 or equivalent processor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 least 10 GB free storage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Internet connection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4F103D-6A11-7052-0475-B28F957A9B6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529332" y="2475336"/>
            <a:ext cx="4360507" cy="3605420"/>
          </a:xfrm>
        </p:spPr>
        <p:txBody>
          <a:bodyPr/>
          <a:lstStyle/>
          <a:p>
            <a:r>
              <a:rPr lang="en-IN" b="1" dirty="0"/>
              <a:t>Software Requirements:-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Windows 10/11 or Ubuntu 22.04+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Python 3.10+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FastAPI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React.js / Vite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Node.js &amp; </a:t>
            </a:r>
            <a:r>
              <a:rPr lang="en-IN" dirty="0" err="1"/>
              <a:t>npm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Neo4j for Knowledge Graph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Git/GitHub</a:t>
            </a:r>
          </a:p>
        </p:txBody>
      </p:sp>
    </p:spTree>
    <p:extLst>
      <p:ext uri="{BB962C8B-B14F-4D97-AF65-F5344CB8AC3E}">
        <p14:creationId xmlns:p14="http://schemas.microsoft.com/office/powerpoint/2010/main" val="1735863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8434E-33A9-C25F-DD91-0766CDDB7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163DD-ED1D-D06A-E5C2-CBD346422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4.SYSTEM REQUIREMENTS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DDDA2-24DB-8468-08FE-DF2B3DBE487D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US" b="1" dirty="0"/>
              <a:t>AI/Technology Requirements:-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NLP for requirement extraction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Knowledge Graph for requirement relationships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Generative AI/LLM for intelligent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REST API for frontend–backend communication</a:t>
            </a:r>
          </a:p>
        </p:txBody>
      </p:sp>
    </p:spTree>
    <p:extLst>
      <p:ext uri="{BB962C8B-B14F-4D97-AF65-F5344CB8AC3E}">
        <p14:creationId xmlns:p14="http://schemas.microsoft.com/office/powerpoint/2010/main" val="1473989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8A76F-D376-79BA-AC5E-A2735E783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39213"/>
            <a:ext cx="3886200" cy="230428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5.Design Details of Project Work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36F5E-3803-4149-AA66-FD25B8E82CF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197845" y="3384223"/>
            <a:ext cx="6130625" cy="3499701"/>
          </a:xfrm>
        </p:spPr>
        <p:txBody>
          <a:bodyPr/>
          <a:lstStyle/>
          <a:p>
            <a:r>
              <a:rPr lang="en-US" dirty="0"/>
              <a:t>• </a:t>
            </a:r>
            <a:r>
              <a:rPr lang="en-US" b="1" dirty="0"/>
              <a:t>SRS Document Processing</a:t>
            </a:r>
            <a:br>
              <a:rPr lang="en-US" dirty="0"/>
            </a:br>
            <a:r>
              <a:rPr lang="en-US" dirty="0"/>
              <a:t>Extract and organize requirements from uploaded documents.</a:t>
            </a:r>
          </a:p>
          <a:p>
            <a:r>
              <a:rPr lang="en-US" dirty="0"/>
              <a:t>• </a:t>
            </a:r>
            <a:r>
              <a:rPr lang="en-US" b="1" dirty="0"/>
              <a:t>Requirement Analysis</a:t>
            </a:r>
            <a:br>
              <a:rPr lang="en-US" dirty="0"/>
            </a:br>
            <a:r>
              <a:rPr lang="en-US" dirty="0"/>
              <a:t>Identify and classify functional and non-functional requirements.</a:t>
            </a:r>
          </a:p>
          <a:p>
            <a:r>
              <a:rPr lang="en-US" dirty="0"/>
              <a:t>• </a:t>
            </a:r>
            <a:r>
              <a:rPr lang="en-US" b="1" dirty="0"/>
              <a:t>Knowledge Graph Construction</a:t>
            </a:r>
            <a:br>
              <a:rPr lang="en-US" dirty="0"/>
            </a:br>
            <a:r>
              <a:rPr lang="en-US" dirty="0"/>
              <a:t>Represent requirements and their relationships.</a:t>
            </a:r>
          </a:p>
          <a:p>
            <a:r>
              <a:rPr lang="en-US" dirty="0"/>
              <a:t>• </a:t>
            </a:r>
            <a:r>
              <a:rPr lang="en-US" b="1" dirty="0"/>
              <a:t>Change &amp; Impact Analysis</a:t>
            </a:r>
            <a:br>
              <a:rPr lang="en-US" dirty="0"/>
            </a:br>
            <a:r>
              <a:rPr lang="en-US" dirty="0"/>
              <a:t>Detect added, deleted, and modified requirements and analyze their impact.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6630666-ED65-626B-4DF1-58B3F1D593EF}"/>
              </a:ext>
            </a:extLst>
          </p:cNvPr>
          <p:cNvSpPr>
            <a:spLocks noGrp="1" noChangeArrowheads="1"/>
          </p:cNvSpPr>
          <p:nvPr>
            <p:ph sz="quarter" idx="17"/>
          </p:nvPr>
        </p:nvSpPr>
        <p:spPr bwMode="auto">
          <a:xfrm>
            <a:off x="5006760" y="328549"/>
            <a:ext cx="6946428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rPr>
              <a:t>System Architecture</a:t>
            </a:r>
            <a:b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rPr>
            </a:b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rPr>
              <a:t>  Frontend →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rPr>
              <a:t>FastAPI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rPr>
              <a:t> Backend → NLP/AI → Knowledge Graph → Results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rPr>
              <a:t>Document Processing</a:t>
            </a:r>
            <a:b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rPr>
            </a:b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rPr>
              <a:t>  Upload SRS → Extract text → Extract requirements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rPr>
              <a:t>Requirement Change Analysis</a:t>
            </a:r>
            <a:b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rPr>
            </a:b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rPr>
              <a:t>  Compare old &amp; new SRS → Detect Added / Deleted / Modified req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rPr>
              <a:t>Knowledge Graph &amp; Impact Analysis</a:t>
            </a:r>
            <a:b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rPr>
            </a:b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rPr>
              <a:t>  </a:t>
            </a:r>
            <a:r>
              <a:rPr lang="en-US" sz="1600" dirty="0"/>
              <a:t>Represent Requirements → Identify Relationships → Analyze Impact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B56FB8-B596-CA35-4FF1-AA21818C4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49" y="3429000"/>
            <a:ext cx="4442382" cy="328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843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152CD-4C4C-9E44-BE9B-72AB9835E6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F2E30C-1333-5529-886B-FD732D3DCB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VIKAS(4NI23CS243)</a:t>
            </a:r>
          </a:p>
          <a:p>
            <a:r>
              <a:rPr lang="en-US" dirty="0"/>
              <a:t>VIVEK B AKKI(4NI23CS250)</a:t>
            </a:r>
          </a:p>
          <a:p>
            <a:r>
              <a:rPr lang="en-US" dirty="0"/>
              <a:t>2023cs_vikas_d@nie.ac.in</a:t>
            </a:r>
          </a:p>
          <a:p>
            <a:r>
              <a:rPr lang="en-US" dirty="0"/>
              <a:t>2023cs_vivekbakki_d@nie.ac.in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9F75D9-05F0-99A2-0270-CAC62C2B7ACD}"/>
              </a:ext>
            </a:extLst>
          </p:cNvPr>
          <p:cNvSpPr txBox="1"/>
          <p:nvPr/>
        </p:nvSpPr>
        <p:spPr>
          <a:xfrm>
            <a:off x="2886958" y="6318249"/>
            <a:ext cx="73599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“Understand the change. Trace the impact. Build with confidence.”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4793955"/>
      </p:ext>
    </p:extLst>
  </p:cSld>
  <p:clrMapOvr>
    <a:masterClrMapping/>
  </p:clrMapOvr>
</p:sld>
</file>

<file path=ppt/theme/theme1.xml><?xml version="1.0" encoding="utf-8"?>
<a:theme xmlns:a="http://schemas.openxmlformats.org/drawingml/2006/main" name="LeafVTI">
  <a:themeElements>
    <a:clrScheme name="Leaf">
      <a:dk1>
        <a:sysClr val="windowText" lastClr="000000"/>
      </a:dk1>
      <a:lt1>
        <a:sysClr val="window" lastClr="FFFFFF"/>
      </a:lt1>
      <a:dk2>
        <a:srgbClr val="732124"/>
      </a:dk2>
      <a:lt2>
        <a:srgbClr val="F0EDE5"/>
      </a:lt2>
      <a:accent1>
        <a:srgbClr val="D34817"/>
      </a:accent1>
      <a:accent2>
        <a:srgbClr val="A68D65"/>
      </a:accent2>
      <a:accent3>
        <a:srgbClr val="728377"/>
      </a:accent3>
      <a:accent4>
        <a:srgbClr val="B4797B"/>
      </a:accent4>
      <a:accent5>
        <a:srgbClr val="CE8439"/>
      </a:accent5>
      <a:accent6>
        <a:srgbClr val="CF3A2A"/>
      </a:accent6>
      <a:hlink>
        <a:srgbClr val="D06853"/>
      </a:hlink>
      <a:folHlink>
        <a:srgbClr val="B67779"/>
      </a:folHlink>
    </a:clrScheme>
    <a:fontScheme name="Leaf">
      <a:majorFont>
        <a:latin typeface="Rockwell Nova Light"/>
        <a:ea typeface=""/>
        <a:cs typeface=""/>
      </a:majorFont>
      <a:minorFont>
        <a:latin typeface="Avenir Next LT Pro Light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afVTI" id="{AD13D32C-3873-4EF1-A28C-5D0E64FF0913}" vid="{0D2E0FD0-9C17-4337-BD21-33917FC300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0C3F92-C0AD-4E73-8A22-9D413A456BA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75126FD-8B44-46F3-BEB2-D5456E76919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F021420E-D6CD-4398-9C5C-03FBF68874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Leaf design</Template>
  <TotalTime>116</TotalTime>
  <Words>564</Words>
  <Application>Microsoft Office PowerPoint</Application>
  <PresentationFormat>Widescreen</PresentationFormat>
  <Paragraphs>72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Avenir Next LT Pro Light</vt:lpstr>
      <vt:lpstr>Calibri</vt:lpstr>
      <vt:lpstr>Rockwell Nova Light</vt:lpstr>
      <vt:lpstr>Times New Roman</vt:lpstr>
      <vt:lpstr>Wingdings</vt:lpstr>
      <vt:lpstr>LeafVTI</vt:lpstr>
      <vt:lpstr>The National Institute of Engineering , MYSURU</vt:lpstr>
      <vt:lpstr>CONTENTS</vt:lpstr>
      <vt:lpstr>1.INTRODUCTION</vt:lpstr>
      <vt:lpstr>3.PROBLEM STATEMENT</vt:lpstr>
      <vt:lpstr>4.SYSTEM REQUIREMENTS</vt:lpstr>
      <vt:lpstr>4.SYSTEM REQUIREMENTS</vt:lpstr>
      <vt:lpstr>5.Design Details of Project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vikas jalinal</dc:creator>
  <cp:lastModifiedBy>vikas jalinal</cp:lastModifiedBy>
  <cp:revision>1</cp:revision>
  <dcterms:created xsi:type="dcterms:W3CDTF">2026-08-10T13:06:33Z</dcterms:created>
  <dcterms:modified xsi:type="dcterms:W3CDTF">2026-08-10T15:03:31Z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